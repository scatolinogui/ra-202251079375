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 min — Hoje os dados deixam de morar no código e passam a vir de fora, como num site de verdade. Avisar: isso é o maior critério da Fase 2 (4,0 pontos). Pedir que todos deixem o DevTools aberto o tempo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Fazer ao vivo no laboratório (com public/filmes.json já criado): mostrar que os filmes aparecem e só depois abrir a Network. Deixar rodar 10 a 20 s, fechar a aba e parar o servidor (Ctrl+C) antes de desfazer: o laço deixa o navegador lento. Não mostrar o useEffect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Em duplas, a turma desenha o laço no papel antes de ver este slide. Depois projetar e conferir. Pergunta para fechar: 'então ONDE a busca precisa ficar para rodar uma vez só?'. A resposta é o assunto do dia: useEffect.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40 min de atividade — Regra única: só avança quem tem o ✅ do passo verdadeiro. Circular conferindo a aba Network de cada um depois do Passo 4 (uma ou duas requisições, não dezenas). No Passo 6 a mensagem de JSON com '&lt;' é surpresa planejada: deixar estranhar, a explicação vem no slide 'Por que deu erro de JSON?'.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Mostrar localhost:5173/filmes.json no navegador: tudo em public/ tem endereço próprio. json-server: quem quiser pesquisar 'npx json-server'. API pública: se a proposta previu uma, testar no Passo 9 ou 12; se der CORS, volta para o JSON. Exemplo sem chave conferido: api.tvmaze.com.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Voltar ao Passo 3: 'desenhou a tela' aparecia a cada letra; 'efeito rodou', uma vez. É exatamente a diferença das duas colunas. Pergunta: 'e o filter da busca, é efeito?' (não: é cálculo, fica no corpo).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Escrever ao vivo. O StrictMode está no main.jsx; não tirar. Ele roda os efeitos duas vezes em desenvolvimento para revelar efeitos mal escritos. Por isso a Network mostra duas requisições: está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Para cada forma, escrever ao vivo com o console.log e pedir a previsão: 'quantas vezes vai aparecer efeito rodou se eu digitar 3 letras?' (uma; três+; uma por letra que muda busca). Não entrar em função de limpeza.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Ler a corrente em voz alta com a turma: 'depois de pedir, quando a resposta chegar...'. Lembrar a aula 13: fetch devolve uma promessa. O .finally é o que garante que o 'Carregando…' some nos dois casos — sem ele, um erro deixa a tela carregando para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Comportamento conferido em out/2026 (Vite 8.3): caminho inexistente no dev devolve o index.html com 200. Por isso o if (!resposta.ok) não dispara e quem falha é o .json(). Mostrar o 404 de verdade com a TVmaze no navegador. O terceiro erro do Passo 6 (servidor que não existe) dá 'Failed to fetch' no Chrome/Edge.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A ordem no código importa: primeiro carregando, depois erro, depois a lista (que cuida do vazio). Na Fase 2, 'tratando loading e erro' é avaliado na tela: o professor vai provocar. Na arguição do Demo Day, a pergunta 'se a API cair, o que o usuário vê?' é sobre este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É o mesmo código do quadro '07+' do roteiro, que a aula 18 vai usar como ponto de partida. Reforçar: hooks no começo, ifs depois. No projeto do aluno, os nomes mudam (receitas, vagas, pets...), a estrutura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Respostas: (1) roda depois de TODO desenho; com setFilmes dentro, vira o laço do começo da aula. (2) [busca]. (3) o corpo roda a cada desenho; o fetch muda o estado, que desenha de novo, que busca de novo. Se mais de um terço errar a 1, refazer ao vivo com o console.log.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75 min de atividade — Pergunta de circulação: 'o que o usuário vê se o arquivo não carregar?'. Quem não tem pw/trabalhos/fase-2 com a coleção em src/dados faltou à aula 16: fazer a Parte 2 da 16 primeiro. Quem tem API pública na proposta pode usá-la no Passo 9, se não pedir chave e liberar CORS.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consulta — Deixar projetado durante a Parte 2. A mesma lista está no quadro 'Deu errado?' do roteiro. Mensagens conferidas com Vite 8.3 e React 19.2 no Chrome; no Firefox, 'Failed to fetch' aparece como 'NetworkError when attempting to fetch resource'.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6 min — Respostas: (A) carregando — if (carregando) return. (B) erro — no site publicado costuma ser 404 (ok falso → throw → .catch → if (erro)); no dev seria o erro de JSON. (C) vazio — filmes.length === 0 &amp;&amp; … Pedir que mostrem a linha no PRÓPRIO projeto, não no slide. Antes deste slide, fazer o ensaio de arguição em pares (12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Lembrar o commit de casa em OUTRO dia (Passo 12). Guardar o laboratório como está: a aula 18 move este código para pages/Inicio.jsx e cria a tela de detalhe com o mesmo fetch.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 ·  AULA 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III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e API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286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useEffect, fetch e os quatro estados da tela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Newton Paiva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SI · 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ABA NETWORK MOSTRA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que não para de perguntar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4114800" cy="237744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4475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src/App.jsx — fetch no corpo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737360"/>
            <a:ext cx="37856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[filmes, setFilmes] = useState([]);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fetch("/filmes.json")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.then((r) =&gt; r.json())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.then((dados) =&gt; setFilmes(dados));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 ...os cartões... );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371600"/>
            <a:ext cx="3657600" cy="310896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3716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  ·   Fetch/XHR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47488" y="175564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filmes.json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200    fetch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47488" y="200253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filmes.json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200    fetch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47488" y="224942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filmes.json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200    fetch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7488" y="2496312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filmes.json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200    fetch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47488" y="274320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filmes.json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200    fetch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47488" y="299008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filmes.json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200    fetch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47488" y="323697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filmes.json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200    fetch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47488" y="3474720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248 requisições e contando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59436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Precisávamos buscar UMA vez. Onde a busca deveria ficar?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O CAMINHO COM SETAS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para?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32588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32588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React desenha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(roda a função App)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2331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33172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fetch busca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filmes.json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33756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setFilmes guarda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no estado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3172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Estado mudou?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 de novo!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822960" cy="50292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5760720" y="3108960"/>
            <a:ext cx="822960" cy="5486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 flipV="1">
            <a:off x="1920240" y="3108960"/>
            <a:ext cx="1463040" cy="5486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1920240" y="1737360"/>
            <a:ext cx="1463040" cy="59436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383280" y="22402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do componente roda a CADA desenho.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 não pode morar ali.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FILMES · PASSOS 1 A 7 · 40 MINUTOS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— Parte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200400"/>
                <a:gridCol w="3291840"/>
                <a:gridCol w="1143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Ligar o catálogo da aula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filmes e a busca funcionando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public/filmes.json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localhost:5173/filmes.json mostra os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 useEffect com console.log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"efeito rodou" não repete ao digitar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+ setFilmes no useEffect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filmes vêm do JSON; Network calma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Carregando, erro e vazio (passos 5 a 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viu as quatro telas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aberto o tempo todo: Console e Network mostram hoje mais do que a tela.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ORIGENS ACEITAS NA FASE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vêm os 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256032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813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em public/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670048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seu, servido pelo próprio site.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simples. É o de hoje.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280160"/>
            <a:ext cx="2560320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813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56432" y="2670048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API falsa no seu computador, a partir de um JSON.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criar e apagar itens.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5603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80160"/>
            <a:ext cx="2560320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813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9632" y="2670048"/>
            <a:ext cx="223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da internet.</a:t>
            </a:r>
            <a:endParaRPr lang="en-US" sz="11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ser sem chave e com CORS liberado.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 useEffect + fetch, com carregando e erro  =  4,0 pontos (o maior critério)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do fetch é o mesmo nos três casos. Só muda o endereço.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A TELA × MEXER NO MUNDO LÁ FORA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efeito?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do componente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840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84248"/>
            <a:ext cx="3566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 CADA desenho (cada tecla, cada clique)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calcula e devolve a tela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filtrar a lista, montar os cartões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busca dados aqui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840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84248"/>
            <a:ext cx="3566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DEPOIS que a tela foi desenhada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que mexe fora do React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buscar dados, timer, título da aba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decide QUANDO ele roda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 é um efeito. Efeito mora no useEffect.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useEffect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partes: o que fazer e quando fazer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0" cy="21031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4475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src/App.jsx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737360"/>
            <a:ext cx="42428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useState, useEffect } from "react";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console.log("efeito rodou");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94960" y="141732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do efeito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depois de desenhar. Hoje: buscar os dados.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228600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240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de dependências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fazer. [] vazio = só uma vez, quando o componente aparece.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31546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1089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no começo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e useEffect vêm antes de qualquer if (...) return.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 ele roda DUAS vezes (StrictMode, de propósito). No site publicado, uma.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— PREVEJA ANTES DE SALVAR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de dependências decide quando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256032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72768"/>
            <a:ext cx="2286000" cy="9144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09928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componente aparece. É o que usamos para buscar a lista.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71600"/>
            <a:ext cx="256032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572768"/>
            <a:ext cx="2286000" cy="9144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1709928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TODO desenho. Com fetch + setState, volta o laço do começo da aula.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371600"/>
            <a:ext cx="2560320" cy="640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1572768"/>
            <a:ext cx="2286000" cy="9144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709928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[busca]);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muda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primeira vez e sempre que busca mudar. Útil para buscar na API a cada pesquisa.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Fase 2, para carregar a coleção: [] vazio.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linha por linha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corrente de promessas da aula 13, agora no React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29718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fetch("/filmes.json")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463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pede o arquivo ao servidor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013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.then((resposta) =&gt; {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8013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 resposta chegou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396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(!resposta.ok) throw 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21396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404, 500? vira erro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780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resposta.json();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4780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lê o corpo como 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8163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.then((dados) =&gt; setFilmes(dados))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154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guarda → a tela redesenha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930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.catch((e) =&gt; setErro(e.message))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34930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qualquer falha cai aqui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8313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.finally(() =&gt; setCarregando(false));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8313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terminou, deu certo ou não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fica DENTRO do useEffect(() =&gt; { … }, []).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SURPRESA DO PASSO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deu erro de JSON, e não 404?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servidor de desenvolvimento (Vite)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fetch("/filme.json")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2057400"/>
            <a:ext cx="4572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69164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91640"/>
            <a:ext cx="2377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achei… devolvo o index.html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 200)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057400"/>
            <a:ext cx="4572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26480" y="169164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.json() lê "&lt;!doctype…"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SyntaxError: Unexpected token '&lt;'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API de verdade (ex.: api.tvmaze.com/shows/999999999)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fetch(url errada)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3429000"/>
            <a:ext cx="4572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00400" y="306324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063240"/>
            <a:ext cx="23774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 404)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3429000"/>
            <a:ext cx="4572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26480" y="306324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063240"/>
            <a:ext cx="24688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(!resposta.ok) throw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Erro: HTTP 404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dois casos o .catch pega e a tela mostra o erro. É para isso que ele existe.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PRECISA DE UMA RESPOSTA NA TELA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estados de toda tela com 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Carregando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1874520" cy="29260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82880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" y="182880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182880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7739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Carregando…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874520" cy="457200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(carregando) return …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06040" y="1325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06040" y="17373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1737360"/>
            <a:ext cx="1874520" cy="29260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19" name="Shape 17"/>
          <p:cNvSpPr/>
          <p:nvPr/>
        </p:nvSpPr>
        <p:spPr>
          <a:xfrm>
            <a:off x="2715768" y="182880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Shape 18"/>
          <p:cNvSpPr/>
          <p:nvPr/>
        </p:nvSpPr>
        <p:spPr>
          <a:xfrm>
            <a:off x="2871216" y="182880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1" name="Shape 19"/>
          <p:cNvSpPr/>
          <p:nvPr/>
        </p:nvSpPr>
        <p:spPr>
          <a:xfrm>
            <a:off x="3026664" y="182880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7739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88920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foi possível carregar os filmes: Failed to fetch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3383280"/>
            <a:ext cx="1874520" cy="457200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(erro) return …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1325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17373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737360"/>
            <a:ext cx="1874520" cy="29260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29" name="Shape 27"/>
          <p:cNvSpPr/>
          <p:nvPr/>
        </p:nvSpPr>
        <p:spPr>
          <a:xfrm>
            <a:off x="4773168" y="182880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0" name="Shape 28"/>
          <p:cNvSpPr/>
          <p:nvPr/>
        </p:nvSpPr>
        <p:spPr>
          <a:xfrm>
            <a:off x="4928616" y="182880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1" name="Shape 29"/>
          <p:cNvSpPr/>
          <p:nvPr/>
        </p:nvSpPr>
        <p:spPr>
          <a:xfrm>
            <a:off x="5084064" y="182880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0" y="17739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filme encontrado.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3383280"/>
            <a:ext cx="1874520" cy="457200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lista.length === 0 &amp;&amp; …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1325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720840" y="1737360"/>
            <a:ext cx="1874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0840" y="1737360"/>
            <a:ext cx="1874520" cy="292608"/>
          </a:xfrm>
          <a:prstGeom prst="rect">
            <a:avLst/>
          </a:prstGeom>
          <a:solidFill>
            <a:srgbClr val="E8ECF2"/>
          </a:solidFill>
          <a:ln/>
        </p:spPr>
      </p:sp>
      <p:sp>
        <p:nvSpPr>
          <p:cNvPr id="39" name="Shape 37"/>
          <p:cNvSpPr/>
          <p:nvPr/>
        </p:nvSpPr>
        <p:spPr>
          <a:xfrm>
            <a:off x="6830568" y="182880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0" name="Shape 38"/>
          <p:cNvSpPr/>
          <p:nvPr/>
        </p:nvSpPr>
        <p:spPr>
          <a:xfrm>
            <a:off x="6986016" y="182880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41" name="Shape 39"/>
          <p:cNvSpPr/>
          <p:nvPr/>
        </p:nvSpPr>
        <p:spPr>
          <a:xfrm>
            <a:off x="7141464" y="182880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2" name="Text 40"/>
          <p:cNvSpPr/>
          <p:nvPr/>
        </p:nvSpPr>
        <p:spPr>
          <a:xfrm>
            <a:off x="7360920" y="17739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03720" y="21488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do Brasil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de Deus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 da Compadecida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20840" y="3383280"/>
            <a:ext cx="1874520" cy="457200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3383280"/>
            <a:ext cx="18745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lista.map(…)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estado que você nunca viu na tela não existe. Provoque os quatro.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App.jsx do laboratório no fim da Parte 1 (resumido)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206240" cy="310896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estados + efeito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3877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[filmes, setFilmes] = useState([]);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[carregando, setCarregando] = useState(true);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[erro, setErro] = useState(null);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fetch("/filmes.json")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.then((resposta) =&gt; {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(!resposta.ok)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Error("HTTP " + resposta.status);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resposta.json();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.then((dados) =&gt; setFilmes(dados))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.catch((e) =&gt; setErro(e.message))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.finally(() =&gt; setCarregando(false));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657600" cy="310896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139903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a tela decide pelos estados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02352" y="1691640"/>
            <a:ext cx="332841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(carregando)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&lt;p&gt;Carregando…&lt;/p&gt;;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&lt;p className="erro"&gt;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Não foi possível carregar: {erro}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&lt;/p&gt;;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&lt;&gt;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{filtrados.length === 0 &amp;&amp; …}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{filtrados.map((filme) =&gt; (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&lt;CartaoFilme key={filme.id} … /&gt;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))}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&lt;/&gt;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PERGUNTAS, MÃOS LEVANTADAS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733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Escrevi useEffect(() =&gt; { fetch(...) }) sem o array no final. O que acontece?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5877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buscar de novo toda vez que a variável busca mudar. O que vai no array?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021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Coloquei o fetch no corpo do componente, fora do useEffect. Por que a Network enlouquece?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30 segundos em silêncio antes de discutir cada resposta.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SEU PROJETO · PW/TRABALHOS/FASE-2 · 75 MINUTOS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— Parte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200400"/>
                <a:gridCol w="3291840"/>
                <a:gridCol w="1143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Seus dados viram public/&lt;colecao&gt;.json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arquivo abre pela URL, 8+ itens com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com os quatro estados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itens vêm do JSON; filtro continua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Provar os quatro estados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colega viu as quatro telas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"Origem dos dados" + 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aparece no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casa: Carregando e MensagemErro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em OUTRO 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≥ 10 commits em ≥ 6 dias diferentes. O commit de casa conta.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MENSAGEM: ELA QUASE SEMPRE DIZ O QUE FAZER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que todo mundo comete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06040"/>
                <a:gridCol w="2331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mensagem (ou o sintoma)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quer dizer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Network com o .json sem parar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fora do useEffect ou sem 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Mover para useEffect(…, [])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Unexpected token '&lt;', "&lt;!doctype "…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arquivo não existe com esse 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Conferir nome e pasta public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Failed to fetch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servidor não respondeu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Conferir endereço / internet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blocked by CORS policy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API não aceita o navegador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 API ou JSON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Carregando… para sempre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Faltou desligar o carregando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.finally(() =&gt; setCarregando(false))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Rendered more hooks than…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depois de um if (…) return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 sempre no começo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O ESTADO E A LINHA DO CÓDIGO QUE DECIDE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estado é este?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5087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abre o site no ônibus, com o 3G fraco. Por 4 segundos, o que ele vê?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estado: ?   linha: 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087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apagou o public/filmes.json sem querer e publicou o site. O que o usuário vê?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61188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estado: ?   linha: 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15087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JSON existe, mas o array está vazio: []. O que o usuário vê?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61188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035040" y="36118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estado: ?   linha: 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 Day: "Se a API cair agora, o que o usuário vê? Mostre no código."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64592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 é um efeito: fica no useEffect, não no corpo do componente.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de dependências decide quando: [] = uma vez.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.then → .json() → setEstado; o .catch pega a falha; o .finally encerra o carregando.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tela com dados tem quatro estados: carregando, erro, vazio e sucesso.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566928"/>
          </a:xfrm>
          <a:prstGeom prst="rect">
            <a:avLst/>
          </a:prstGeom>
          <a:solidFill>
            <a:srgbClr val="2233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IV — rotas e Context. Várias telas com endereço próprio e o detalhe de cada item.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estudar em casa</a:t>
            </a:r>
            <a:endParaRPr lang="en-US" sz="1150" dirty="0"/>
          </a:p>
          <a:p>
            <a:pPr indent="0" marL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pt-br.react.dev → "Sincronizando com Efeitos" e "Você talvez não precise de um Efeito" · MDN → "Usando a Fetch API".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III — Efeitos e API</dc:title>
  <dc:subject>Programação Web — Aula 17</dc:subject>
  <dc:creator>Professor — Programação Web</dc:creator>
  <cp:lastModifiedBy>Professor — Programação Web</cp:lastModifiedBy>
  <cp:revision>1</cp:revision>
  <dcterms:created xsi:type="dcterms:W3CDTF">2026-10-22T18:23:35Z</dcterms:created>
  <dcterms:modified xsi:type="dcterms:W3CDTF">2026-10-22T18:23:35Z</dcterms:modified>
</cp:coreProperties>
</file>