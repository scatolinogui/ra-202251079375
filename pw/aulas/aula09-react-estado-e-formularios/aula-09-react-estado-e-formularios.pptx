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32" y="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6878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1 min — Hoje a tela deixa de ser fixa: listas a partir dos dados, botões que mudam números, busca enquanto digita. E, na segunda metade, cada um começa a Fase 2 no próprio repositório, com commit no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5 min — Fazer AO VIVO no laboratório, com o Console ao lado da tela. Clicar 5 vezes. Perguntar: 'o valor mudou ou não mudou?' Deixar as duplas discutirem. Não dizer a palavra 'estado' ainda. Depois trocar por useState e mostrar que funciona, sem explicar.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2 min — Mostrar que cada aula de React entrega um pedaço do piso da Fase 2. Hoje sai a maior parte da componentização e do estado (6 dos 20 pontos). Reforçar: commit no fim da aula + commit do Para casa em outro dia = 2 dias por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40 min de atividade — Os passos 2, 4 e 5 mandam provocar um erro de propósito. Confira se a turma provocou e leu a mensagem. Monitores: os três primeiros a chegar ao ✅ do Passo 5. Não explicar useState ainda: 'guarda a pergunta'.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4 min — map é o mesmo da aula 8: transforma cada item. A diferença é que aqui ele devolve JSX. Perguntar: 'se eu acrescentar um nono filme no arquivo, o que preciso mudar no App?' (nada). É isso que vai acontecer na aula 17, quando os filmes vierem de um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3 min — Analogia: numa sala com 3 Marias, chamar 'a Maria da segunda fila' dá errado se alguém troca de lugar; chamar pela matrícula, não. O índice é a fila; o id é a matrícula. Não aprofundar o bug do índice: basta a regra 'use o id'.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3 min — Outros eventos que vão usar: onChange (campos), onSubmit (formulário). Com curtir() e um setState dentro, o React mostra 'Too many re-renders': desenha, chama, muda o estado, desenha de novo... sem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4 min — Ponto-chave: 'renderizar' é o React CHAMAR A FUNÇÃO do componente de novo. Com let, além de ninguém avisar, a linha let cliques = 0 rodaria de novo e zeraria tudo. O useState guarda o valor FORA da função, entre uma chamada e outra.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3 min — Os colchetes são desestruturação de array (aula 8): useState devolve um par. O nome é livre, mas a convenção é valor + setValor. Cada CartaoFilme chama o seu useState: por isso cada um tem a própria contagem.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4 min — evento.target é o campo; .value é o que está escrito nele. É o mesmo evento da aula 12, mas agora quem guarda o texto é o estado, não o DOM. Vantagem: o resto da tela (o filtro) usa a variável busca direto.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4 min — Guardar a lista filtrada em estado cria duas verdades que podem discordar: o bug do contador da aula 15 de volta. Calcular no corpo do componente é simples e sempre certo, porque o componente roda de novo a cada mudança de busca.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3 min — A arguição do Demo Day tem a pergunta 'o que aparece na tela se este array vier vazio?'. Quem fizer a mensagem hoje responde com o dedo no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8 min — Digitar ao vivo. [name]: value é 'chave calculada': se o campo que mudou é o email, vira email: value. O código completo está no Passo 12 do roteiro, que é o Para casa: cada aluno adapta para o formulário da própria proposta.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5 min — Respostas: (1) curtir roda ao desenhar a tela, não no clique; com setState dentro, 'Too many re-renders'. (2) Não: é calculada a partir de busca — guardar cria duas verdades. (3) Nada: o campo não muda, e o Console avisa que falta onChange.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75 min de atividade — Antes do Passo 6, TODOS rodam git status na raiz do repositório. O critério de pronto da aula é o push conferido no site do GitHub, sem node_modules. Passo 12 (formulário) é Para casa, em outro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3 min — Mostrar antes da Parte 2. Commit da aula + commit do Para casa em outro dia = 2 dias por semana; em 3 semanas de React a regra de 6 dias está cumprida. Conferir o push no site do GitHub, não só no terminal.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10 min — Respostas: (A) 0 — a variável muda, mas ninguém avisa o React. (B) erro 'Too many re-renders': setN roda ao desenhar, muda o estado, desenha de novo, sem fim. (C) o campo continua vazio; o Console avisa que falta onChange. Pedir a quem acertou que explique o porquê.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consulta — Deixar projetado durante as práticas. A mesma lista está no quadro 'Deu errado?' do roteiro. Mensagens conferidas com React 19.3 e Vite 8.3.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⏱️ 2 min — Lembrar: o laboratório continua na aula 17 (os filmes vão para um arquivo JSON). Na abertura da 17, dois alunos mostram o formulário do Para casa.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WEB  ·  AULA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4000" dirty="0"/>
          </a:p>
          <a:p>
            <a:pPr marL="0" indent="0" algn="l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listas, estado e formulários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2788920"/>
            <a:ext cx="2286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passa a reagir — e a Fase 2 do projeto começa hoje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Universitário Newton Paiva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· SI · CC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CLIQUES. O QUE APARECE?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contador que não conta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4206240" cy="2514600"/>
          </a:xfrm>
          <a:prstGeom prst="rect">
            <a:avLst/>
          </a:prstGeom>
          <a:solidFill>
            <a:srgbClr val="16233D"/>
          </a:solidFill>
          <a:ln w="12700">
            <a:solidFill>
              <a:srgbClr val="2A3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13232" y="139903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um botão com let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1691640"/>
            <a:ext cx="3877056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Contador() {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cliques = 0;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clicar() {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cliques = cliques + 1;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console.log(cliques);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&lt;button onClick={clicar}&gt;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{cliques}&lt;/button&gt;;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0" y="1325880"/>
            <a:ext cx="1600200" cy="2514600"/>
          </a:xfrm>
          <a:prstGeom prst="rect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29200" y="1371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12280" y="1325880"/>
            <a:ext cx="17830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812280" y="1325880"/>
            <a:ext cx="1783080" cy="292608"/>
          </a:xfrm>
          <a:prstGeom prst="rect">
            <a:avLst/>
          </a:prstGeom>
          <a:solidFill>
            <a:srgbClr val="E8ECF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922008" y="1417320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077456" y="1417320"/>
            <a:ext cx="109728" cy="109728"/>
          </a:xfrm>
          <a:prstGeom prst="ellipse">
            <a:avLst/>
          </a:prstGeom>
          <a:solidFill>
            <a:srgbClr val="F1C40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232904" y="1417320"/>
            <a:ext cx="109728" cy="109728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452360" y="136245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995160" y="1737360"/>
            <a:ext cx="1417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Tela: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[ 0 ]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mudou… mas a tela não ficou sabendo.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PISO DA FASE 2, AULA A AULA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tem a ver com o seu projeto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8059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232154" y="1536192"/>
            <a:ext cx="438912" cy="438912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232154" y="1536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18059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" y="2423160"/>
            <a:ext cx="167792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cards com map · useState · filtro/busca · formulário controlado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72868" y="2377440"/>
            <a:ext cx="23774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628900" y="1371600"/>
            <a:ext cx="18059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312414" y="1536192"/>
            <a:ext cx="438912" cy="438912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312414" y="1536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28900" y="2057400"/>
            <a:ext cx="18059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fora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92908" y="2423160"/>
            <a:ext cx="167792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 + fetch, com carregando e erro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53128" y="2377440"/>
            <a:ext cx="23774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709160" y="1371600"/>
            <a:ext cx="18059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5392674" y="1536192"/>
            <a:ext cx="438912" cy="438912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392674" y="1536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09160" y="2057400"/>
            <a:ext cx="18059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73168" y="2423160"/>
            <a:ext cx="167792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(3+ rotas, detalhe com parâmetro) · Context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33388" y="2377440"/>
            <a:ext cx="23774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6789420" y="1371600"/>
            <a:ext cx="18059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7472934" y="1536192"/>
            <a:ext cx="438912" cy="438912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7472934" y="1536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89420" y="2057400"/>
            <a:ext cx="18059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3428" y="2423160"/>
            <a:ext cx="167792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com Vitest · deploy público · README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1371600"/>
            <a:ext cx="180594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548640" y="36118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aula termina com um commit no seu repositório. 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Fase 2 zera com menos de 10 commits, em menos de 6 dias ou de 4 semanas (regra D3).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React em: pw/trabalhos/fase-2 do seu repositório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MEU-PRIMEIRO-REACT · PASSOS 1 A 5 · 40 MINUTOS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 — Parte 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Pronto quando...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Dados: src/dados/filmes.js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tela diz "Temos 8 filmes."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Títulos com map (e o aviso da key)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títulos e nenhum aviso no Console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 CartaoFilme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cartões lado a lado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Curtir: let e depois useState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número sobe a cada clique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 controlada e filtro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"xyz" mostra Nenhum filme encontrado.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aberto (F12) o tempo todo: os avisos de hoje aparecem lá.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com 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item do array → um pedaço de tela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4572000" cy="2606040"/>
          </a:xfrm>
          <a:prstGeom prst="rect">
            <a:avLst/>
          </a:prstGeom>
          <a:solidFill>
            <a:srgbClr val="16233D"/>
          </a:solidFill>
          <a:ln w="12700">
            <a:solidFill>
              <a:srgbClr val="2A3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13232" y="1399032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src/App.jsx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3232" y="1691640"/>
            <a:ext cx="4242816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filmes from "./dados/filmes";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App() {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className="lista"&gt;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{filmes.map((filme) =&gt; (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&lt;CartaoFilme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key={filme.id}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filme={filme} /&gt;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))}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40680" y="1325880"/>
            <a:ext cx="315468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577840" y="132588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do Brasil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40680" y="1965960"/>
            <a:ext cx="315468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577840" y="196596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 de Deus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40680" y="2606040"/>
            <a:ext cx="315468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577840" y="260604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Auto da Compadecida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40680" y="3246120"/>
            <a:ext cx="3154680" cy="530352"/>
          </a:xfrm>
          <a:prstGeom prst="rect">
            <a:avLst/>
          </a:prstGeom>
          <a:solidFill>
            <a:srgbClr val="2233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577840" y="324612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…mais 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filmes no array = 8 cartões na tela. Mudou o array, mudou a tela.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REACT RECLAMOU NO CONSOLE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key: o RG de cada item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804672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 Each child in a list should have a unique "key" prop.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3840480" cy="5029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3840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85800" y="2761488"/>
            <a:ext cx="3566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valor único que identifica cada item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React usa para saber quem é quem quando a lista muda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aparece na tela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148840"/>
            <a:ext cx="3840480" cy="5029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754880" y="2148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usar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754880" y="2651760"/>
            <a:ext cx="3840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892040" y="2761488"/>
            <a:ext cx="3566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id do item: key={filme.id}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no elemento de DENTRO do map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o índice (0, 1, 2…) se a lista pode mudar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coleção precisa de um id em cada item — isso também vai servir para a rota de detalhe na aula 18.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ENTREGA A FUNÇÃO; O REACT CHAMA NO CLIQUE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Eventos: onClick recebe uma função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Você escreve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acontece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7AE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onClick={curtir}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chama curtir quando clicar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7AE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onClick={() =&gt; setCurtidas(curtidas + 1)}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 uma função na hora; ela roda no clique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onClick={curtir()}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chama curtir JÁ, ao desenhar a tela — não no clique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solidFill>
            <a:srgbClr val="EEF3FA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5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parênteses fazem a diferença: curtir é a função · curtir() é chamar a função agora.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LET NÃO FUNCIONOU E O USESTATE SIM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a memória do componente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let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8288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23160" y="2011680"/>
            <a:ext cx="36576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2834640" y="169164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834640" y="1691640"/>
            <a:ext cx="18288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cliques = 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011680"/>
            <a:ext cx="36576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120640" y="1691640"/>
            <a:ext cx="3474720" cy="640080"/>
          </a:xfrm>
          <a:prstGeom prst="roundRect">
            <a:avLst>
              <a:gd name="adj" fmla="val 857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120640" y="1691640"/>
            <a:ext cx="34747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avisa o React → tela parada em 0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2560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useState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48640" y="2926080"/>
            <a:ext cx="17830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359152" y="3246120"/>
            <a:ext cx="27432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2651760" y="292608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2651760" y="2926080"/>
            <a:ext cx="17830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setCurtidas(1)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62272" y="3246120"/>
            <a:ext cx="27432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754880" y="2926080"/>
            <a:ext cx="17830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roda o componente de novo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65392" y="3246120"/>
            <a:ext cx="27432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6858000" y="292608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858000" y="2926080"/>
            <a:ext cx="17373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com 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= um valor que o React guarda para você e que, ao mudar, redesenha a tela.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do useState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linha, três partes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solidFill>
            <a:srgbClr val="16233D"/>
          </a:solidFill>
          <a:ln w="12700">
            <a:solidFill>
              <a:srgbClr val="2A3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</a:t>
            </a:r>
            <a:r>
              <a:rPr lang="en-US" sz="24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curtidas</a:t>
            </a:r>
            <a:r>
              <a:rPr lang="en-US" sz="240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2400" b="1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setCurtidas</a:t>
            </a:r>
            <a:r>
              <a:rPr lang="en-US" sz="240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useState(</a:t>
            </a:r>
            <a:r>
              <a:rPr lang="en-US" sz="2400" b="1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240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2560320" cy="1234440"/>
          </a:xfrm>
          <a:prstGeom prst="rect">
            <a:avLst/>
          </a:prstGeom>
          <a:solidFill>
            <a:srgbClr val="2233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2560320" cy="64008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curtidas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ATUAL. Use na tela: {curtidas}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91840" y="2560320"/>
            <a:ext cx="2560320" cy="1234440"/>
          </a:xfrm>
          <a:prstGeom prst="rect">
            <a:avLst/>
          </a:prstGeom>
          <a:solidFill>
            <a:srgbClr val="2233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291840" y="2560320"/>
            <a:ext cx="2560320" cy="64008"/>
          </a:xfrm>
          <a:prstGeom prst="rect">
            <a:avLst/>
          </a:prstGeom>
          <a:solidFill>
            <a:srgbClr val="7FB3E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429000" y="2697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setCurtidas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que MUDA o valor e redesenha a tela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35040" y="2560320"/>
            <a:ext cx="2560320" cy="1234440"/>
          </a:xfrm>
          <a:prstGeom prst="rect">
            <a:avLst/>
          </a:prstGeom>
          <a:solidFill>
            <a:srgbClr val="2233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035040" y="2560320"/>
            <a:ext cx="2560320" cy="64008"/>
          </a:xfrm>
          <a:prstGeom prst="rect">
            <a:avLst/>
          </a:prstGeom>
          <a:solidFill>
            <a:srgbClr val="9BD4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172200" y="2697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useState(0)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INICIAL, só na primeira vez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escreva curtidas = 5. Sempre setCurtidas(5).  ·  import { useState } from "react";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controlado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é o dono do texto do campo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4480560" cy="2103120"/>
          </a:xfrm>
          <a:prstGeom prst="rect">
            <a:avLst/>
          </a:prstGeom>
          <a:solidFill>
            <a:srgbClr val="16233D"/>
          </a:solidFill>
          <a:ln w="12700">
            <a:solidFill>
              <a:srgbClr val="2A3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13232" y="1399032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src/App.jsx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3232" y="1691640"/>
            <a:ext cx="415137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[busca, setBusca] = useState("");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value={busca}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onChange={(evento) =&gt;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setBusca(evento.target.value)}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0" y="1389888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303520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0" y="13258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digita "t"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303520" y="1938528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0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0" y="187452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onChange chama setBusca("t")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303520" y="2487168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30352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0" y="24231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redesenha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303520" y="3035808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303520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60720" y="29718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mostra "t"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8046720" cy="777240"/>
          </a:xfrm>
          <a:prstGeom prst="rect">
            <a:avLst/>
          </a:prstGeom>
          <a:solidFill>
            <a:srgbClr val="2233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31520" y="36576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value, sem onChange?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campo trava: ele mostra o estado, mas ninguém muda o estado. O Console avisa: </a:t>
            </a:r>
            <a:r>
              <a:rPr lang="en-US" sz="11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provided a value prop to a form field without an onChange handler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DÁ PARA CALCULAR, NÃO VAI EM USESTATE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ou cálculo?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0480" cy="5029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em estado (muda sozinho)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3840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85800" y="1984248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texto da busca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categoria escolhida no filtro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campos do formulário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mensagem de erro do formulário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840480" cy="5029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calculado (vem do estado)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54880" y="1874520"/>
            <a:ext cx="3840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892040" y="1984248"/>
            <a:ext cx="3566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filtrada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itens sobraram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lista está vazia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botão Enviar fica habilitado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8046720" cy="731520"/>
          </a:xfrm>
          <a:prstGeom prst="rect">
            <a:avLst/>
          </a:prstGeom>
          <a:solidFill>
            <a:srgbClr val="162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31520" y="3794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filtrados = filmes.filter((f) =&gt;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f.titulo.toLowerCase().includes(busca.toLowerCase()));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ou não mostrar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Renderização condicional: &amp;&amp; e ternário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931920" cy="1463040"/>
          </a:xfrm>
          <a:prstGeom prst="rect">
            <a:avLst/>
          </a:prstGeom>
          <a:solidFill>
            <a:srgbClr val="16233D"/>
          </a:solidFill>
          <a:ln w="12700">
            <a:solidFill>
              <a:srgbClr val="2A3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13232" y="139903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&amp;&amp; → mostra SE for verdade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3232" y="1691640"/>
            <a:ext cx="36027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{filtrados.length === 0 &amp;&amp; (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&lt;p&gt;Nenhum filme encontrado.&lt;/p&gt;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3931920" cy="1463040"/>
          </a:xfrm>
          <a:prstGeom prst="rect">
            <a:avLst/>
          </a:prstGeom>
          <a:solidFill>
            <a:srgbClr val="16233D"/>
          </a:solidFill>
          <a:ln w="12700">
            <a:solidFill>
              <a:srgbClr val="2A3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828032" y="139903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ternário → mostra UMA OU OUTRA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28032" y="1691640"/>
            <a:ext cx="36027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{enviado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 &lt;p&gt;Obrigado!&lt;/p&gt;</a:t>
            </a:r>
            <a:endParaRPr lang="en-US" sz="1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&lt;form&gt;...&lt;/form&gt;}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2560320" cy="914400"/>
          </a:xfrm>
          <a:prstGeom prst="rect">
            <a:avLst/>
          </a:prstGeom>
          <a:solidFill>
            <a:srgbClr val="2233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85800" y="3017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vazia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sem resultado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91840" y="3017520"/>
            <a:ext cx="2560320" cy="914400"/>
          </a:xfrm>
          <a:prstGeom prst="rect">
            <a:avLst/>
          </a:prstGeom>
          <a:solidFill>
            <a:srgbClr val="2233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429000" y="3017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inválido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35040" y="3017520"/>
            <a:ext cx="2560320" cy="914400"/>
          </a:xfrm>
          <a:prstGeom prst="rect">
            <a:avLst/>
          </a:prstGeom>
          <a:solidFill>
            <a:srgbClr val="2233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172200" y="3017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Carregando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17: enquanto o fetch não volta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lista do seu projeto precisa dizer algo quando estiver vazia.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controlado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estado em objeto, um onChange para todos os campos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4937760" cy="3246120"/>
          </a:xfrm>
          <a:prstGeom prst="rect">
            <a:avLst/>
          </a:prstGeom>
          <a:solidFill>
            <a:srgbClr val="16233D"/>
          </a:solidFill>
          <a:ln w="12700">
            <a:solidFill>
              <a:srgbClr val="2A3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13232" y="1399032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FormularioSugestao.jsx (resumo)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3232" y="1691640"/>
            <a:ext cx="4608576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[dados, setDados] = useState({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titulo: "", ano: "", email: "",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atualizar(evento) {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name, value } = evento.target;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setDados({ ...dados, [name]: value });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enviar(evento) {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evento.preventDefault();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(!dados.email.includes("@")) {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setErro("Digite um e-mail válido.");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15000" y="1444752"/>
            <a:ext cx="384048" cy="384048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71500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0" y="1371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objeto guarda todos os campos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15000" y="2130552"/>
            <a:ext cx="384048" cy="384048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715000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do campo = chave do objeto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715000" y="2816352"/>
            <a:ext cx="384048" cy="384048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71500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...dados copia; [name] troca só um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715000" y="3502152"/>
            <a:ext cx="384048" cy="384048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7150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3429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preventDefault: a página não recarrega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715000" y="40690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cai na Fase 2: 1 formulário controlado, 5+ campos, com validação.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PERGUNTAS, MÃOS LEVANTADAS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Mini-quiz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49808" y="1673352"/>
            <a:ext cx="420624" cy="420624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49808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1508760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Escrevi onClick={curtir()} com parênteses. O que acontece?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8046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749808" y="2587752"/>
            <a:ext cx="420624" cy="420624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49808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71600" y="2423160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filtrada deve ir em um useState? Por quê?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8046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49808" y="3502152"/>
            <a:ext cx="420624" cy="420624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49808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71600" y="3337560"/>
            <a:ext cx="7040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Coloquei value={busca} e esqueci o onChange. O que o usuário vê ao digitar?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30 segundos em silêncio antes de discutir cada resposta.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REPOSITÓRIO · PASSOS 6 A 11 · 75 MINUTOS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 — Parte 2: o SEU projeto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Pronto quando...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pw/trabalhos/fase-2 e limpar (6 e 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started roda e o git status não lista node_modules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Trazer o visual da Fase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título já tem as cores e a fonte da Fase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src/dados com a sua coleção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8+ itens, todos com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Cabecalho, Card, ListaCards, Rodape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cards na tela, sem aviso de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 com useState + commit e push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pasta fase-2 aparece no 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casa, em outro dia: Passo 12 — o formulário do seu projeto, com commit próprio.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DO PROJETO QUE SE DECIDEM HOJE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commit que vale nota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4297680" cy="1417320"/>
          </a:xfrm>
          <a:prstGeom prst="rect">
            <a:avLst/>
          </a:prstGeom>
          <a:solidFill>
            <a:srgbClr val="16233D"/>
          </a:solidFill>
          <a:ln w="12700">
            <a:solidFill>
              <a:srgbClr val="2A3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13232" y="139903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 pasta fase-2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1691640"/>
            <a:ext cx="39684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B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"Fase 2: lista de cards e busca"</a:t>
            </a:r>
            <a:endParaRPr lang="en-US" sz="11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7FB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74920" y="1325880"/>
            <a:ext cx="1097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74920" y="13716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120640" y="21488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325880"/>
            <a:ext cx="1097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263640" y="13716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309360" y="21488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diferentes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52360" y="1325880"/>
            <a:ext cx="1097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452360" y="13716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498080" y="21488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2788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da Fase 2 (D3)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8046720" cy="914400"/>
        </p:xfrm>
        <a:graphic>
          <a:graphicData uri="http://schemas.openxmlformats.org/drawingml/2006/table">
            <a:tbl>
              <a:tblPr/>
              <a:tblGrid>
                <a:gridCol w="5852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descumprir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node_modules fora do Git (o .gitignore do Vite já faz isso)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−10 % da fase (P4)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Mensagem que diz o que mudou — nada de "update" ou "aaa"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−10 % da fase (P3)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A SUA RESPOSTA NO PAPEL ANTES DE VER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aparece na tela?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325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3 cliques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2560320" cy="1600200"/>
          </a:xfrm>
          <a:prstGeom prst="rect">
            <a:avLst/>
          </a:prstGeom>
          <a:solidFill>
            <a:srgbClr val="16233D"/>
          </a:solidFill>
          <a:ln w="12700">
            <a:solidFill>
              <a:srgbClr val="2A3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13232" y="2011680"/>
            <a:ext cx="223113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 = 0;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onClick={() =&gt; {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 = n + 1;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}}&gt;{n}&lt;/button&gt;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</a:rPr>
              <a:t>na tela: 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83280" y="132588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3832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931920" y="1325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abrir a página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1874520"/>
            <a:ext cx="2560320" cy="1600200"/>
          </a:xfrm>
          <a:prstGeom prst="rect">
            <a:avLst/>
          </a:prstGeom>
          <a:solidFill>
            <a:srgbClr val="16233D"/>
          </a:solidFill>
          <a:ln w="12700">
            <a:solidFill>
              <a:srgbClr val="2A3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456432" y="2011680"/>
            <a:ext cx="223113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[n, setN] =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useState(0);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onClick={setN(n + 1)}&gt;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{n}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611880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291840" y="36118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</a:rPr>
              <a:t>na tela: 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132588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1264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75120" y="1325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digitar "abc"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1874520"/>
            <a:ext cx="2560320" cy="1600200"/>
          </a:xfrm>
          <a:prstGeom prst="rect">
            <a:avLst/>
          </a:prstGeom>
          <a:solidFill>
            <a:srgbClr val="16233D"/>
          </a:solidFill>
          <a:ln w="12700">
            <a:solidFill>
              <a:srgbClr val="2A3B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199632" y="2011680"/>
            <a:ext cx="223113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[busca, setBusca] =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useState("");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value={busca} /&gt;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3611880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035040" y="36118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</a:rPr>
              <a:t>na tela: ?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O CONSOLE: ELE QUASE SEMPRE DIZ O QUE FAZER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que todo mundo comete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28016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mensagem (ou o sintoma)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quer dizer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unique "key" prop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a key no item do map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key={item.id}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Too many re-renders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Você chamou a função no onClick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onClick={curtir}, sem 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without an onChange handler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sem onChange: campo travado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Acrescente o onChange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useState is not defined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Faltou o import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{ useState } from "react";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clico e o número não muda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Usou let em vez de estado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useState + setAlgo(...)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fica de hoje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645920" cy="4114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transforma cada item do array em um pedaço de tela; cada um precisa de key.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(useState) é o valor que, ao mudar, faz o React redesenhar a tela.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controlado: value + onChange. O que dá para calcular, não vai em estado.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primeiro commit da Fase 2. Para casa, em outro dia: o formulário.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8046720" cy="566928"/>
          </a:xfrm>
          <a:prstGeom prst="rect">
            <a:avLst/>
          </a:prstGeom>
          <a:solidFill>
            <a:srgbClr val="2233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III — os dados vêm de fora: fetch, useEffect, carregando e erro.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estudar em casa</a:t>
            </a:r>
            <a:endParaRPr lang="en-US" sz="1150" dirty="0"/>
          </a:p>
          <a:p>
            <a:pPr marL="0" indent="0">
              <a:buNone/>
            </a:pPr>
            <a:r>
              <a:rPr lang="en-US" sz="12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pt-br.react.dev → "Renderizando listas", "Respondendo a eventos", "Estado: a memória de um componente", "Reagindo à entrada com estado".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2911</Words>
  <Application>Microsoft Office PowerPoint</Application>
  <PresentationFormat>On-screen Show (16:9)</PresentationFormat>
  <Paragraphs>366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II — Listas, Estado e Formulários</dc:title>
  <dc:subject>Programação Web — Aula 16</dc:subject>
  <dc:creator>Professor — Programação Web</dc:creator>
  <cp:lastModifiedBy>Thalles Noce</cp:lastModifiedBy>
  <cp:revision>2</cp:revision>
  <dcterms:created xsi:type="dcterms:W3CDTF">2026-10-22T18:28:57Z</dcterms:created>
  <dcterms:modified xsi:type="dcterms:W3CDTF">2026-10-22T18:52:55Z</dcterms:modified>
</cp:coreProperties>
</file>