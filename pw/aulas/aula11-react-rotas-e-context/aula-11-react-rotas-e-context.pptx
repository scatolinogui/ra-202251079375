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32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45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1 min — Dois temas, os dois cobrados no piso da Fase 2: React Router (3+ rotas, detalhe com parâmetro) e um Context justificado no README. Ao fim da aula o projeto de cada um deve ter os dois.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Projetar DEPOIS da demonstração com navegacao-tradicional-a.html (rascunho e contador somem ao voltar; a aba Network baixa tudo de novo). Não dizer que &lt;a href&gt; é errado: é a escolha certa para conteúdo. A pergunta do rodapé é a pergunta da aula; anotar as respostas no quadro.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40 min de atividade — Os erros de propósito: Outlet apagado (Passo 4) e id texto × número (Passo 6). O teste do &lt;a href&gt; no Passo 4 liga com a demonstração: as curtidas zeram porque a página recarregou. Quem usar tutorial antigo vai escrever react-router-dom: na versão 8 ele não existe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 min — Pedir que alguém abra o DevTools, aba Network, e clique no menu do laboratório: nenhum documento novo é baixado. Comparar com a demonstração do início, em que tudo era baixado de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Ler o App em voz alta como um mapa: 'quando o endereço for /sobre, mostre &lt;Sobre /&gt;'. A Route sem path, com o Layout, embrulha as outras: é por isso que o menu aparece em todas. Lembrar que na versão 8 não existe react-router-dom.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Perguntar quem viu o erro de propósito do Passo 4 e o que apareceu. O NavLink ganha a classe active sozinho: é por isso que o link da página atual ficou sublinhado. Acessibilidade da Fase 1: o link ativo precisa ser visível.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2 min — Retomar o teste do Passo 4: quem trocou o NavLink por &lt;a href&gt; viu as curtidas zerarem. É um erro que não dá erro: a aplicação funciona, mas perde o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O endereço é sempre texto, então tudo o que vem dele é texto. String(f.id) === id funciona com id número (arquivo JSON) e com id texto (json-server): é a forma que eles devem usar no projeto. Pergunta típica da arguição: 'o que aparece se eu abrir um id que não existe?'.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Respostas: (1) &lt;a href&gt; recarrega a página inteira e o estado se perde; usar &lt;Link&gt; ou &lt;NavLink&gt;. (2) O texto "3": tudo que vem do endereço é texto. (3) O &lt;Outlet /&gt; no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Desenhar esta árvore no quadro ANTES de projetar e perguntar: 'onde eu coloco o useState dos favoritos para os dois verem?' (no App, o ancestral comum). 'E como ele chega lá embaixo?' (por props, passando por Layout e Inicio). Com 2 níveis ainda dá; com 5, ninguém aguenta.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O Provider embrulha as rotas no App, então todo mundo lá dentro pode pedir o dado. Mostrar no laboratório que favoritar e trocar de página mantém o ★: o Provider não desmonta ao trocar de rota.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Forma do React 19: &lt;FavoritosContext value={...}&gt;. Tutoriais antigos escrevem &lt;FavoritosContext.Provider value={...}&gt;: é a mesma coisa. Erro de propósito do Passo 7: sem o Provider, useFavoritos() devolve null e o Console mostra 'Cannot destructure property favoritos ... as it is null'.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O teste rápido do rodapé é exatamente a pergunta da arguição do Demo Day. Quem não consegue responder ainda não tem motivo para o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O piso da Fase 2 diz 'Context justificado no README'. Sem a seção, o item fica incompleto (P5). Ler o modelo e pedir que, no Passo 12, troquem os nomes pelos do próprio projeto. 'Porque o professor pediu' não é justificativa.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75 min de atividade — Do Passo 8 em diante é no projeto, em pw/trabalhos/fase-2. Cobrar um commit ao fim de cada passo. No Passo 11, perguntar a cada um: 'quais dois componentes usam esse Context?'.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consulta — Deixar projetado durante a Parte 2. A mesma lista está no fim do roteiro. Mensagens conferidas com react-router 8.5 e React 19.2.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Testado: no vite dev, recarregar /filmes/3 devolve 200; servindo a pasta dist num servidor estático sem configuração, a mesma rota dá 404. Não resolver hoje: é o primeiro problema da aula 19, junto com testes e deploy. Cobrar a conta criada ANTES da aula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2 min — Lembrar o Para casa: conta na Vercel ou na Netlify e um commit em outro dia. Na aula 19 o projeto precisa estar no GitHub com as rotas e o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 ·  AULA 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4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e context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2286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telas com um index.html só — e um dado que chega onde precisa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Universitário Newton Paiva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· SI · CC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NUM LINK COMUM RECOMEÇA TUDO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que esquece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tradicional  (&lt;a href&gt;)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840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baixa a página inteira de novo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pisca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Rascunho, contador e curtidas voltam a zero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blog e site institucional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 (React Router)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840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92040" y="1984248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index.html só, baixado uma vez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React troca só o miolo da tela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continua na memória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app com dados que mudam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8046720" cy="59436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ter várias "páginas" num app React que tem um index.html só?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PRÁTICO · PASSOS 1 A 6 · LABORATÓRIO · 40 MINUTOS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 — Parte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2852928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 quando...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22.22+ e npm install react-router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package.json tem react-router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Inicio.jsx + rotas / e /sobre (2 e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/sobre mostra a página Sobre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com NavLink e &lt;Outlet /&gt;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em todas as páginas, sem piscar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 * com a página 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endereço inventado mostra a 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 /filmes/:id e useParams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título do cartão abre o detalhe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pacote se chama react-router. Tutorial com react-router-dom é da versão antiga.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ENDEREÇO MUDA, A PÁGINA NÃO RECARREGA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no cliente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059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232154" y="15361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32154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8059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clica num Link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" y="2423160"/>
            <a:ext cx="16779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digita o endereço: /filmes/3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72868" y="2240280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628900" y="1371600"/>
            <a:ext cx="18059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312414" y="15361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312414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28900" y="2057400"/>
            <a:ext cx="18059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BrowserRouter percebe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2908" y="2423160"/>
            <a:ext cx="16779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vigia a barra de endereço do navegador.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53128" y="2240280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709160" y="1371600"/>
            <a:ext cx="18059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392674" y="15361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392674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2057400"/>
            <a:ext cx="18059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escolhe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73168" y="2423160"/>
            <a:ext cx="16779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a Route cujo path combina com o endereço.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3388" y="2240280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789420" y="1371600"/>
            <a:ext cx="18059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472934" y="15361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472934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89420" y="2057400"/>
            <a:ext cx="18059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troca o miolo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3428" y="2423160"/>
            <a:ext cx="16779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componente da página muda. O resto fica.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33756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48640" y="3337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→  &lt;Inicio /&gt;    /sobre  →  &lt;Sobre /&gt;    /filmes/3  →  &lt;Detalhe /&gt;    </a:t>
            </a:r>
            <a:r>
              <a:rPr lang="en-US" sz="10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/xyz  →  &lt;NaoEncontrada /&gt;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existindo um index.html só. As "páginas" são componentes.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peças do React Router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vem de "react-router"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663440" cy="301752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39903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src/App.jsx (resumido)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433425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&lt;Routes&gt;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&lt;Route element={&lt;Layout /&gt;}&gt;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path="/" element={&lt;Inicio /&gt;} /&gt;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path="/filmes/:id" element={&lt;Detalhe /&gt;} /&gt;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path="/sobre" element={&lt;Sobre /&gt;} /&gt;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&lt;Route path="*" element={&lt;NaoEncontrada /&gt;} /&gt;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&lt;/Route&gt;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&lt;/Routes&gt;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40680" y="1325880"/>
            <a:ext cx="3154680" cy="4572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440680" y="1325880"/>
            <a:ext cx="54864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577840" y="1325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main.jsx, em volta do App: vigia o endereço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40680" y="1837944"/>
            <a:ext cx="3154680" cy="4572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440680" y="1837944"/>
            <a:ext cx="54864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577840" y="18379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/ Route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mapa: endereço (path) → componente (element)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40680" y="2350008"/>
            <a:ext cx="3154680" cy="4572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440680" y="2350008"/>
            <a:ext cx="54864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577840" y="23500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interno, sem recarregar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40680" y="2862072"/>
            <a:ext cx="3154680" cy="4572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440680" y="2862072"/>
            <a:ext cx="54864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577840" y="28620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NavLink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que ganha a classe active na página atual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40680" y="3374136"/>
            <a:ext cx="3154680" cy="4572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440680" y="3374136"/>
            <a:ext cx="54864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577840" y="33741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Outlet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buraco do Layout onde a página entra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40680" y="3886200"/>
            <a:ext cx="3154680" cy="4572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440680" y="3886200"/>
            <a:ext cx="54864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57784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useParams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pedaço variável do endereço (:id)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 * fica por último: é "qualquer outro endereço".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FICA PARADO, SÓ O MIOLO TROCA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 Outlet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023360" cy="3063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023360" cy="5486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Catálogo    </a:t>
            </a: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Sugerir   Sobre        ★ 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3566160" cy="2057400"/>
          </a:xfrm>
          <a:prstGeom prst="rect">
            <a:avLst/>
          </a:prstGeom>
          <a:solidFill>
            <a:srgbClr val="FDF3E7"/>
          </a:solidFill>
          <a:ln w="25400">
            <a:solidFill>
              <a:srgbClr val="E67E22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&lt;Outlet /&gt;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entra &lt;Inicio /&gt;, &lt;Sobre /&gt;,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&lt;Detalhe /&gt;… conforme o endereço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749040" cy="306324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10912" y="1444752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src/components/Layout.jsx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10912" y="1737360"/>
            <a:ext cx="34198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Layout() {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&lt;&gt;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&lt;Cabecalho /&gt;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&lt;main&gt;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&lt;Outlet /&gt;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&lt;/main&gt;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&lt;/&gt;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 menu (NavLink) mora no Cabecalho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Esqueceu o &lt;Outlet /&gt;? Só o menu aparece.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REGRA SÓ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href&gt; ou &lt;Link to&gt;?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 to="/sobre"&gt;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840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5661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DENTRO do seu app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recarrega: o estado continua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NavLink: igual, com a classe active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card: &lt;Link to={`/filmes/${filme.id}`}&gt;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5029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href="https://…"&gt;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840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92040" y="1984248"/>
            <a:ext cx="35661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FORA do seu app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site, PDF, e-mail (mailto:)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Recarrega tudo, e tudo bem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site externo, use target="_blank"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interno com &lt;a href&gt; = curtidas, favoritos e formulário zerados a cada clique.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de rota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rota para todos os filmes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468880" cy="868680"/>
          </a:xfrm>
          <a:prstGeom prst="rect">
            <a:avLst/>
          </a:prstGeom>
          <a:solidFill>
            <a:srgbClr val="22335A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/filmes/3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endereço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35808" y="1801368"/>
            <a:ext cx="283464" cy="0"/>
          </a:xfrm>
          <a:prstGeom prst="line">
            <a:avLst/>
          </a:prstGeom>
          <a:noFill/>
          <a:ln w="19050">
            <a:solidFill>
              <a:srgbClr val="D6E4F5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468880" cy="868680"/>
          </a:xfrm>
          <a:prstGeom prst="rect">
            <a:avLst/>
          </a:prstGeom>
          <a:solidFill>
            <a:srgbClr val="22335A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337560" y="1371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/filmes/:id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path da Route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24728" y="1801368"/>
            <a:ext cx="283464" cy="0"/>
          </a:xfrm>
          <a:prstGeom prst="line">
            <a:avLst/>
          </a:prstGeom>
          <a:noFill/>
          <a:ln w="19050">
            <a:solidFill>
              <a:srgbClr val="D6E4F5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468880" cy="868680"/>
          </a:xfrm>
          <a:prstGeom prst="rect">
            <a:avLst/>
          </a:prstGeom>
          <a:solidFill>
            <a:srgbClr val="22335A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id: "3" }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useParams() devolve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8046720" cy="160020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13232" y="254203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src/pages/Detalhe.jsx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2834640"/>
            <a:ext cx="771753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id } = useParams();                  // "3" — sempre TEXTO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filmes.find((f) =&gt; f.id === id)              // 3 === "3" → não acha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filmes.find((f) =&gt; String(f.id) === id)      // "3" === "3" → acha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Detalhe também trata: carregando, erro e "não encontrado" (/filmes/99).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PERGUNTAS, MÃOS LEVANTADAS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Mini-quiz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49808" y="16733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49808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Coloquei &lt;a href="/sobre"&gt; no menu e as curtidas zeraram. Por quê? O que eu deveria usar?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49808" y="25877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49808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 /filmes/3. O que useParams() devolve: o número 3 ou o texto "3"?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" y="35021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49808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o Layout com o menu, mas só o menu aparece e as páginas sumiram. O que falta?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30 segundos em silêncio antes de discutir cada resposta.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O CONTEXT RESOLVE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dado, dois lugares distantes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749040" y="137160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749040" y="1371600"/>
            <a:ext cx="1645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03120" y="224028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10312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0" y="224028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39496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103120" y="310896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103120" y="3108960"/>
            <a:ext cx="1645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Cabecalho 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94960" y="310896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394960" y="3108960"/>
            <a:ext cx="1645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CartaoFilme 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H="1">
            <a:off x="2926080" y="1810512"/>
            <a:ext cx="164592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572000" y="1810512"/>
            <a:ext cx="164592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926080" y="2679192"/>
            <a:ext cx="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217920" y="2679192"/>
            <a:ext cx="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 flipH="1">
            <a:off x="2971800" y="1828800"/>
            <a:ext cx="1554480" cy="393192"/>
          </a:xfrm>
          <a:prstGeom prst="line">
            <a:avLst/>
          </a:prstGeom>
          <a:noFill/>
          <a:ln w="31750">
            <a:solidFill>
              <a:srgbClr val="C0392B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617720" y="1828800"/>
            <a:ext cx="1554480" cy="393192"/>
          </a:xfrm>
          <a:prstGeom prst="line">
            <a:avLst/>
          </a:prstGeom>
          <a:noFill/>
          <a:ln w="31750">
            <a:solidFill>
              <a:srgbClr val="C0392B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60604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321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2322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0392B"/>
                </a:solidFill>
              </a:rPr>
              <a:t>passa sem usar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3225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</a:rPr>
              <a:t>passa sem usar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Cabecalho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quantos favoritos existem.   </a:t>
            </a: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 CartaoFilme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favorita.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props, a lista atravessa Layout e Inicio, que nem usam o dado. Isso se chama prop drilling.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PASSAR DE MÃO EM MÃO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o dado fica disponível para quem pedir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2377440"/>
          </a:xfrm>
          <a:prstGeom prst="roundRect">
            <a:avLst>
              <a:gd name="adj" fmla="val 3077"/>
            </a:avLst>
          </a:prstGeom>
          <a:solidFill>
            <a:srgbClr val="EAF6EE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8580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FavoritosProvider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60720" y="1344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 favoritos e alternar()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9040" y="137160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749040" y="1371600"/>
            <a:ext cx="1645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03120" y="224028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10312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94960" y="224028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394960" y="2240280"/>
            <a:ext cx="1645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03120" y="310896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103120" y="3108960"/>
            <a:ext cx="1645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Cabecalho 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94960" y="3108960"/>
            <a:ext cx="1645920" cy="438912"/>
          </a:xfrm>
          <a:prstGeom prst="roundRect">
            <a:avLst>
              <a:gd name="adj" fmla="val 125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394960" y="3108960"/>
            <a:ext cx="1645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CartaoFilme ☆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H="1">
            <a:off x="2926080" y="1810512"/>
            <a:ext cx="164592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572000" y="1810512"/>
            <a:ext cx="164592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926080" y="2679192"/>
            <a:ext cx="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217920" y="2679192"/>
            <a:ext cx="0" cy="4297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1097280" y="1691640"/>
            <a:ext cx="987552" cy="1600200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 flipH="1">
            <a:off x="7059168" y="1691640"/>
            <a:ext cx="987552" cy="1600200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4008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useFavoritos()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5236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useFavoritos()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 Inicio não recebem nada. Quem usa, pede direto: useFavoritos().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em 3 partes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src/contexts/FavoritosContext.jsx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120640" cy="333756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4791456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createContext, useContext, useState } from "react";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FavoritosContext = createContext(null);       // 1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FavoritosProvider({ children }) {   // 2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[favoritos, setFavoritos] = useState([]);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alternar(id) { /* põe ou tira o id */ }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&lt;FavoritosContext value={{ favoritos, alternar }}&gt;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{children}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&lt;/FavoritosContext&gt;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useFavoritos() {                     // 3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useContext(FavoritosContext);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97880" y="1280160"/>
            <a:ext cx="2697480" cy="6858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897880" y="1280160"/>
            <a:ext cx="54864" cy="6858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035040" y="1280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createContext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"caixa" do dado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97880" y="2057400"/>
            <a:ext cx="2697480" cy="6858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897880" y="2057400"/>
            <a:ext cx="54864" cy="6858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035040" y="2057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 Provider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 estado e embrulha as rotas no 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97880" y="2834640"/>
            <a:ext cx="2697480" cy="6858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897880" y="2834640"/>
            <a:ext cx="54864" cy="6858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 hook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chama useFavoritos()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97880" y="3657600"/>
            <a:ext cx="2697480" cy="96012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989320" y="36576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CartaoFilme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favoritos, alternar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useFavoritos();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EM TUDO É TÃO RUIM QUANTO NENHUM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ou props?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props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pai para o filho direto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é usado por um componente só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&lt;CartaoFilme filme={filme} /&gt;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padrão: comece sempre por aqui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Context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92040" y="1984248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ou mais componentes DISTANTES usam o dado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props, ele passaria por quem não usa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carrinho, favoritos, inscrições, tema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ou dois no projeto inteiro bastam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rápido: quais dois componentes usam? Por onde o dado passaria por props?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justificativa no README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cai na Fase 2 — e na arguição do Demo 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120640" cy="246888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39903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47914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Context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**Qual:** FavoritosContext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(src/contexts/FavoritosContext.jsx)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**O que guarda:** os ids favoritados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a função alternar.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**Por que Context e não props:** quem usa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são o CartaoFilme e o Cabecalho. Por props,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lista passaria por Layout e Inicio, que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não usam esse dado.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97880" y="1325880"/>
            <a:ext cx="2697480" cy="246888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897880" y="1325880"/>
            <a:ext cx="64008" cy="24688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080760" y="137160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da arguição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"Este Context poderia ser props? Por que preferiu Context?"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apontando os dois componentes no código.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linhas: qual, o que guarda, por que não props — com os nomes do SEU projeto.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PRÁTICO · PASSOS 7 A 12 · 75 MINUTOS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 — Parte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 quando...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Laboratório: FavoritosContext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2 no menu depois de favoritar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Projeto: router, Layout e páginas (8 e 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rotas e 404 ·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Projeto: detalhe /:id + Link no 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abre o detalhe ·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Projeto: um Context do seu domínio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dois componentes usam ·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Projeto: ## Context no README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justificativa no GitHub · 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Passo 8 em diante: no SEU projeto, em pw/trabalhos/fase-2, com commit a cada passo.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 MENSAGEM ANTES DE CHAMAR ALGUÉM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que todo mundo comete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mensagem (ou o sintoma)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quer dizer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Failed to resolve import "react-router-dom"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 da versão antiga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 de "react-router"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 only in the context of a &lt;Router&gt;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Faltou o BrowserRouter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Embrulhe o &lt;App /&gt; no main.jsx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só o menu aparece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Faltou o &lt;Outlet /&gt;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Coloque &lt;Outlet /&gt; no Layout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"não encontrado" para id que existe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× número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String(item.id) ===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tela pisca e o estado zera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&lt;a href&gt; em link interno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&lt;Link&gt; ou &lt;NavLink&gt;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Cannot destructure property ... of null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 fora do Provider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Embrulhe as rotas com ele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HOJE, QUEBRA DEPOIS DE PUBLICAR — E A AULA 19 RESOLVE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Aviso: o F5 que vai quebrar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dev  (hoje)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 em /filmes/3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200 — o filme aparece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Vite devolve o index.html para qualquer endereço.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31920" cy="457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Publicado, sem configurar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 em /filmes/3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404 — página não existe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procura um arquivo filmes/3 que não existe.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casa: crie a sua conta na Vercel ou na Netlify (entre com o GitHub). A aula 19 publica e corrige o 404.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de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64592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index.html só: o React Router troca o miolo da tela conforme o endereço.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é o mapa; Layout + Outlet mantêm o menu; Link não recarrega.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/filmes/:id + useParams: uma rota para todos os itens (o id chega como texto).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quando dois componentes distantes usam o dado — justificado no README.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566928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com Vitest e deploy: o projeto vai para a internet (e o 404 do F5 é resolvido).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estudar em casa</a:t>
            </a:r>
            <a:endParaRPr lang="en-US" sz="1150" dirty="0"/>
          </a:p>
          <a:p>
            <a:pPr marL="0" indent="0">
              <a:buNone/>
            </a:pPr>
            <a:r>
              <a:rPr lang="en-US" sz="1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reactrouter.com → modo declarativo (Routing, Navigating, URL Values) · pt-br.react.dev → "Passando dados profundamente com contexto".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2847</Words>
  <Application>Microsoft Office PowerPoint</Application>
  <PresentationFormat>On-screen Show (16:9)</PresentationFormat>
  <Paragraphs>338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IV — Rotas e Context</dc:title>
  <dc:subject>Programação Web — Aula 18</dc:subject>
  <dc:creator>Professor — Programação Web</dc:creator>
  <cp:lastModifiedBy>Thalles Noce</cp:lastModifiedBy>
  <cp:revision>2</cp:revision>
  <dcterms:created xsi:type="dcterms:W3CDTF">2026-10-22T18:29:27Z</dcterms:created>
  <dcterms:modified xsi:type="dcterms:W3CDTF">2026-10-22T18:51:47Z</dcterms:modified>
</cp:coreProperties>
</file>